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(0:00-0:15): Somos The data squad. Venimos a explicar una paradoja de Bogotá: el delito registrado baja, pero el miedo no. ¿Por qué pasa, y dónde debe actuar primero el Distrito?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(0:15-0:45): (Aparece la línea azul) El hurto a personas registrado cayó 65 % entre 2019 y 2026. (→) Pero no todo baja: la violencia intrafamiliar y los delitos sexuales suben, y pasan sobre todo en la casa. (→) Y el 74 % de los adultos siente insegura la ciudad. Lo que se cuenta baja; lo que se siente,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(0:45-1:15): Pregúntenle al público antes de mostrar: si el miedo siguiera al delito, ¿dónde esperarían más miedo? (→) Donde más se registra: esta diagonal. (→) Pero no: Usme y Ciudad Bolívar registran poco y tienen el miedo más alto; Teusaquillo y Los Mártires registran mucho y tienen menos. La correlación es −0,25: ninguna. El registro no dice dónde está el miedo.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Rafael (1:15-1:40): ¿Cómo lo sabemos? Unimos siete fuentes públicas: dos encuestas para lo que se siente, la Secretaría de Seguridad para lo que se registra y cuatro de contexto. (→) Cada fuente escribe la localidad distinto: todo se lleva al código oficial. (→) Y siempre comparamos por habitante: en casos gana Suba porque es enorme; por habitante, el centro.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Rafael (1:40-2:25): Para medir la brecha con una sola cifra construimos el Índice de Brecha. Primero el miedo en una regla común: desviaciones frente al promedio de la ciudad. (→) Luego el registro en la misma regla. (→) Y restamos: Usme tiene +1,40 de miedo y −1,27 de registro, brecha de +2,67. (→) Como toda estimación tiene margen de error, la repetimos 1.000 veces: Usme y Ciudad Bolívar quedan en el top 5 en todas, Bosa en el 99,5 %.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Rafael (2:25-3:05): Primer hallazgo. Hagamos la cuenta en tres pasos (señálenlos): el 24,6 % de los adultos dice haber sido víctima de un delito en el último año, unos 1,5 millones de personas; la Secretaría registró unos 275 mil delitos. Por cada 100 víctimas, el registro tiene 18 delitos. (Cambien el selector a Bosa: 9 de cada 100.) (→) Y donde hay más miedo que registro, más delito se queda sin registrar: correlación de 0,72. (→) ¿Casualidad? Probamos siete relaciones y solo esta sobrevive a la corrección por pruebas múltiples. El miedo de la periferia no es exagerado: es delito que no llega a las cifras.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Samuel (3:05-3:45): ¿Qué hace que alguien sienta insegura su zona? Comparemos personas iguales en todo menos en una cosa. Esta vecina parte de 39 %. (→ muevan el deslizador de hurtos de punta a punta) Del menor al mayor hurto registrado: casi nada. Los homicidios sí pesan algo. (→ activen «atracos en el parque» y suban los conflictos) Ver atracos en el parque: +14 puntos. Conflictos con vecinos: hasta +16. El barrio se siente por lo que pasa en él.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Samuel (3:45-4:05): ¿Y si fue suerte? Repetimos el análisis 300 veces sorteando localidades. (Los puntos caen) Los atracos en el parque nunca tocan el cero. (→) El hurto registrado cae a los dos lados del cero: no se distingue de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Samuel (4:05-4:40): Tercer hallazgo. Las mujeres dicen haber sido víctimas menos que los hombres. (→) Pero temen más el acoso y evitan más salir de noche. (→) Comparando iguales, con la misma edad, estrato y victimización, ser mujer suma 18 puntos de temor al acoso sexual. El costo del miedo se paga en autonomía.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(4:40-5:15): Proponemos un indicador para toda la ciudad: el Índice de Brecha, con fuentes que ya existen, cada semestre y por UPL. (→) Y cuatro decisiones: medir con victimización; priorizar entornos con la regla del índice, que hoy señala a Usme, Ciudad Bolívar, Bosa, Kennedy y San Cristóbal; medir la autonomía de las mujeres; y abrir los datos para evaluar.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(5:15-5:25): Bogotá ya produce los datos para cerrar esta brecha. Hay que leerlos juntos.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icio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adoja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rmometro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o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ice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fra-oculta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ecino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peticione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enero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puesta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erre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