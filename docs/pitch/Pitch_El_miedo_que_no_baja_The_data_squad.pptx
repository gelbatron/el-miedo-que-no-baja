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(0:00-0:10): Somos The data squad. Les vamos a contar algo que encontramos en los datos de Bogotá y que no cuadra.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(0:10-0:45): Resulta que estuvimos revisando los datos de la Secretaría de Seguridad y el hurto viene bajando muchísimo: −65 % desde 2019. (→) Pero hay hechos violentos que van al revés: la violencia intrafamiliar y los delitos sexuales subieron cerca de 45 %. (→) Y cuando lo cruzamos con las encuestas, 3 de cada 4 personas dicen que Bogotá es insegura. O sea: en el papel la ciudad mejora, pero la gente no lo siente.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(0:45-1:15): Y nos dimos cuenta de que mucho delito ni siquiera llega a las cifras. Hagan la cuenta con nosotros (señalen los tres pasos): el 24,6 % de los adultos dice haber sido víctima en el último año, unos 1,5 millones de personas; la Secretaría registró unos 275 mil delitos. Por cada 100 víctimas, solo 18 quedan en el registro. (Cambien el selector a Bosa: 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(1:15-1:40): Pregúntenle al público: si el miedo siguiera al delito registrado, ¿dónde esperarían más miedo? (→) Donde más se registra: esta diagonal. (→) Pero no: Usme y Ciudad Bolívar registran poco y tienen el miedo más alto. El Distrito está tomando decisiones con un mapa al que le falta más de la mitad.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(1:40-2:00): ¿Qué hicimos? Juntamos todo: lo que la gente siente, de dos encuestas; lo que el Estado registra, de la Secretaría de Seguridad; y población, parques y alumbrado. (→) Cada fuente escribe la localidad distinto, así que todo lo llevamos al mismo código. (→) Y comparamos por habitante, para que Suba no gane solo por ser 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(2:00-2:40): Con eso armamos un índice que dice en qué localidades hay más miedo del que muestran las cifras. Pasamos el miedo y el delito a la misma regla, cuánto se alejan del promedio de la ciudad, (→ →) y los restamos: Usme tiene +1,40 de miedo y −1,27 de registro, brecha de +2,67. (→) Las que más brecha tienen: Usme, Ciudad Bolívar, Bosa, Kennedy y San Cristóbal. Lo repetimos 1.000 veces y casi siempre son las mismas.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(2:40-3:05): ¿Y eso es real? Donde el índice marca más miedo, más delito se queda sin denunciar: correlación de 0,72. (→) Probamos siete relaciones distintas y esta es la única que pasa la corrección por azar. O sea: el miedo de la periferia no es exagerado, es delito que no llega a las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(3:05-3:45): ¿Qué es lo que de verdad le da miedo a la gente? Comparamos personas iguales en todo menos en una cosa. Esta vecina parte de 39 %. (→ muevan el hurto de punta a punta) Las estadísticas de hurto de su localidad: casi nada. (→ activen atracos y suban los conflictos) Ver atracos en el parque: +14 puntos. Peleas entre vecinos: hasta +16. Lo que da miedo es lo que se ve en el barrio.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(3:45-4:00): Y no fue suerte: repetimos el análisis 300 veces sorteando las localidades. (Los puntos caen) Los atracos nunca bajan de cero. (→) El hurto registrado cae a los dos lados: no explica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(4:00-4:35): Con las mujeres es más fuerte. Denuncian menos que los hombres. (→) Pero tienen mucho más miedo al acoso y dejan de salir de noche. (→) Comparando mujeres y hombres de igual edad, estrato y victimización: +18 puntos de temor al acoso. El miedo les cuesta libertad.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(4:35-5:15): ¿Por qué importa? Porque le decimos al Distrito dónde actuar primero: estas cinco localidades. (→) Qué arreglar: lo que la gente ve en su barrio, parques, convivencia y alumbrado, pensando en las mujeres. (→) Y cómo saber si de verdad la gente se siente más segura, no solo si bajan las denuncias: este índice cada semestre. Todo con datos que el Distrito ya tiene.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(5:15-5:25): Bogotá ya tiene los datos para cerrar esta brecha. Solo hay que leerlos juntos.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ici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adoj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fra-ocul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rmometr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ic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ueb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ecin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peticione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pues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err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